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Analyse Reistijd Gent -&gt; Mechelen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Samenvatting verkeersdrukte en geschatte trajecttijd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C2340"/>
                </a:solidFill>
              </a:defRPr>
            </a:pPr>
            <a:r>
              <a:t>Executive Summary</a:t>
            </a:r>
          </a:p>
          <a:p>
            <a:pPr>
              <a:defRPr sz="1800">
                <a:solidFill>
                  <a:srgbClr val="586679"/>
                </a:solidFill>
              </a:defRPr>
            </a:pPr>
            <a:r>
              <a:t>Data-gedreven beeld van dagelijkse congestie en reistijd in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solidFill>
            <a:srgbClr val="F0F4FA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33856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679"/>
                </a:solidFill>
              </a:defRPr>
            </a:pPr>
            <a:r>
              <a:t>Besproken jaar: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51560"/>
            <a:ext cx="3657600" cy="411480"/>
          </a:xfrm>
          <a:prstGeom prst="rect">
            <a:avLst/>
          </a:prstGeom>
          <a:solidFill>
            <a:srgbClr val="F0F4FA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133856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679"/>
                </a:solidFill>
              </a:defRPr>
            </a:pPr>
            <a:r>
              <a:t>Bron: AWV + upstream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51560"/>
            <a:ext cx="3657600" cy="411480"/>
          </a:xfrm>
          <a:prstGeom prst="rect">
            <a:avLst/>
          </a:prstGeom>
          <a:solidFill>
            <a:srgbClr val="F0F4FA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133856"/>
            <a:ext cx="34747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679"/>
                </a:solidFill>
              </a:defRPr>
            </a:pPr>
            <a:r>
              <a:t>Output: dagreistijd 60-120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Wat in dit boardroom-overzicht 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0C2340"/>
                </a:solidFill>
              </a:defRPr>
            </a:pPr>
            <a:r>
              <a:t>1. Methodiek en databronnen</a:t>
            </a:r>
          </a:p>
          <a:p>
            <a:pPr>
              <a:spcAft>
                <a:spcPts val="800"/>
              </a:spcAft>
              <a:defRPr sz="2400">
                <a:solidFill>
                  <a:srgbClr val="0C2340"/>
                </a:solidFill>
              </a:defRPr>
            </a:pPr>
            <a:r>
              <a:t>2. Reistijd doorheen het jaar</a:t>
            </a:r>
          </a:p>
          <a:p>
            <a:pPr>
              <a:spcAft>
                <a:spcPts val="800"/>
              </a:spcAft>
              <a:defRPr sz="2400">
                <a:solidFill>
                  <a:srgbClr val="222222"/>
                </a:solidFill>
              </a:defRPr>
            </a:pPr>
            <a:r>
              <a:t>3. Weekdag- en drukte-effecten</a:t>
            </a:r>
          </a:p>
          <a:p>
            <a:pPr>
              <a:spcAft>
                <a:spcPts val="800"/>
              </a:spcAft>
              <a:defRPr sz="2400">
                <a:solidFill>
                  <a:srgbClr val="222222"/>
                </a:solidFill>
              </a:defRPr>
            </a:pPr>
            <a:r>
              <a:t>4. AWV-grafieken per deelanalyse</a:t>
            </a:r>
          </a:p>
          <a:p>
            <a:pPr>
              <a:spcAft>
                <a:spcPts val="800"/>
              </a:spcAft>
              <a:defRPr sz="2400">
                <a:solidFill>
                  <a:srgbClr val="222222"/>
                </a:solidFill>
              </a:defRPr>
            </a:pPr>
            <a:r>
              <a:t>5. Managementconclusies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1: Chart Jaarlijn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chart_jaarlij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Dagelijkse spreiding loopt van 60 tot 120 min; werkdagdrukte domineert het patroon.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2: Chart Weekdag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chart_week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Weekdageffect is zichtbaar; midden/einde werkweek toont hogere belasting.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3: Chart Drukte Vs Reistijd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chart_drukte_vs_reistij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Hogere drukte correleert duidelijk met langere geschatte reistijd.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4: Auto Reistijd Dagelijks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auto_reistijd_dagelijks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Dagelijkse autoreistijd volgt de verwachte pieken in ochtendverkeer.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5: Reistijd Gent Mechelen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reistijd_gent_mechelen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Trajectmodel bevestigt substantiële variatie per dagtype en seizoen.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6: E17 Awv Ochtendspits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E17_AWV_ochtendspits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Ochtendspitsvolume toont structurele piekbelasting in de corridor.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7: E17 Awv Reistijd Index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E17_AWV_reistijd_index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Reistijdindex laat relatieve overbelasting t.o.v. baseline zien.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8: E17 Awv Trajecttijd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E17_AWV_trajecttijd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Trajecttijdbenadering maakt impact van bottlenecks op totale ritduur zichtbaar.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9: E17 Ochtendspits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E17_ochtendspits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Spitspatroon op E17 ondersteunt de gekozen drukteproxy.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Grafiek 10: E17 Seizoenspatronen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Volledige weergave van de analyse-output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pic>
        <p:nvPicPr>
          <p:cNvPr id="6" name="Picture 5" descr="E17_seizoenspatronen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088136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80760"/>
            <a:ext cx="10881360" cy="548640"/>
          </a:xfrm>
          <a:prstGeom prst="rect">
            <a:avLst/>
          </a:prstGeom>
          <a:solidFill>
            <a:srgbClr val="F5F8FC"/>
          </a:solidFill>
          <a:ln>
            <a:solidFill>
              <a:srgbClr val="E0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2362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222"/>
                </a:solidFill>
              </a:defRPr>
            </a:pPr>
            <a:r>
              <a:t>Kernboodschap: Seizoensverschillen beïnvloeden de reistijdverdeling over het jaar.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Management Conclusie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046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9E9"/>
                </a:solidFill>
              </a:defRPr>
            </a:pPr>
            <a:r>
              <a:t>Besluitvorming en volgende stappen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945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Boardroom Deck | Juni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Het model toont consistente relatie tussen drukte en geschatte reistijd.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Piekdagen satureren aan de bovengrens (120 min) en vragen operationele mitigatie.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Tunnelkalibratie blijft neutraal in huidige snapshot; spitsdata is cruciaal voor verfijning.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Aanbeveling: herkalibreren met spitsmetingen en scenario-analyse in Q3.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6679"/>
                </a:solidFill>
              </a:defRPr>
            </a:pPr>
            <a:r>
              <a:t>Bijlagen: hand-out in markdown en volledige dagtabel zijn beschikbaar.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